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[0:00-0:30 HOOK] Let's be honest - everyone here already knows quantum can't beat tuned classical on real data today. So why are we here? Why not a Classical x Finance hackathon? People draw quantum as a curve crossing the classical line; on a problem like ours it bends the wrong way - more data, more expensive, no more accurate. That stuck place is our whole project: how close can quantum get, why was it losing, does the fix survive real hardware?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[0:30-0:52 TESTBED] IBM AML data - 5M payments, ~388k flagged account-weeks, almost all innocent. The bank already flags; what it lacks is permission to REMOVE work. Our trust layer clears only when sure an account is clean - never accuses, logs every call. Quantum does one job: how similar are two account-weeks?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[0:52-1:14 MATH] 30 seconds on how it works. Each account becomes a quantum state; the kernel is how much two states overlap (identical = 1, opposite = 0). The catch, and it's our whole result: rotate too far and every account spreads to opposite corners, all look equally different - the kernel goes blind. How far you rotate is one number: the bandwidth. Hold that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[1:14-1:34 BENCHMARK] Fair fight first: tuned tree 0.19, quantum 0.12 (random 0.09; beats RBF 0.097, loses to the tree). We asked why - four encodings, circuit training, a hybrid; 93 windows moved, the score didn't. Stuck.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[1:34-2:06 BANDWIDTH] Found it: the bandwidth was wrong, the kernel blind. Shrink the angles to ~a tenth: 0.12 -&gt; 0.18, level with the tree (0.17). Error bars overlap = a TIE, not a win - say it plainly. And we DERIVED the scale, 1/sqrt(n*d) = 0.083, hitting the measured peak. No trial-and-error.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[2:06-2:38 HARDWARE] A simulator tie is cheap. 3 real QPUs - Garnet, IBM, Q50 - sim, noise model, then chip. The ROBUST 6-qubit config held rock-solid: Garnet &amp; IBM reproduce the sim exactly (0.111-&gt;0.111), Q50 off one point, near-zero drift. That's the result we trust. Honest part: the aggressive TUNED kernel bounced 0.18 to 0.40 across runs - one IBM run even above the noiseless sim, impossible for real signal. Cause: the tuned model is near-degenerate, amplifying tiny noise into huge swings. Tuning buys sim score, costs on-device stability. The robust config is the one that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[2:38-2:52 DEMO] All live: the ranked queue, the auto-clear, an audit line per decision, and the evaluation page with the three-machine table. Real data, real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[2:52-3:10 CLOSE] What we WON'T claim: it doesn't empty the queue (safe threshold clears 0), and the tree is faster (0.1s vs 18s) - say it before they ask. The honest map is the contribution: why it was stuck, the derived fix, 3 real machines. The curve hasn't crossed the line - but we found the line and know which way it moves. Diagnose, derive, validate. Team Q-SIEVE.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FFFFFF"/>
                </a:solidFill>
                <a:latin typeface="Segoe UI"/>
              </a:rPr>
              <a:t>Q-SIEVE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67E1C5"/>
                </a:solidFill>
                <a:latin typeface="Segoe UI"/>
              </a:rPr>
              <a:t>Confidence. With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6B74D"/>
                </a:solidFill>
                <a:latin typeface="Segoe UI"/>
              </a:rPr>
              <a:t>How close can a quantum kernel really get to classical —</a:t>
            </a:r>
          </a:p>
          <a:p>
            <a:pPr algn="l">
              <a:spcAft>
                <a:spcPts val="1200"/>
              </a:spcAft>
            </a:pPr>
            <a:r>
              <a:rPr sz="2700" b="1" i="0">
                <a:solidFill>
                  <a:srgbClr val="E6B74D"/>
                </a:solidFill>
                <a:latin typeface="Segoe UI"/>
              </a:rPr>
              <a:t>and does it survive on real hardware?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ADC5C7"/>
                </a:solidFill>
                <a:latin typeface="Segoe UI"/>
              </a:rPr>
              <a:t>An honest, hardware-validated study — on a real anti-money-laundering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ADC5C7"/>
                </a:solidFill>
                <a:latin typeface="Segoe UI"/>
              </a:rPr>
              <a:t>Team Q-SIEVE   ·   Quantum × Finance Hackathon, Hanken   ·   Best Technical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0" cy="635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The uncomfortable truth — and our testbed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57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1" i="0">
                <a:solidFill>
                  <a:srgbClr val="67E1C5"/>
                </a:solidFill>
                <a:latin typeface="Segoe UI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67E1C5"/>
                </a:solidFill>
                <a:latin typeface="Segoe UI"/>
              </a:rPr>
              <a:t>In 2026, on real-world data, a quantum kernel usually can't beat tuned classical.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ADC5C7"/>
                </a:solidFill>
                <a:latin typeface="Segoe UI"/>
              </a:rPr>
              <a:t>Most teams hide that. We built our project around understanding it — on a real financial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3566160" cy="2468880"/>
          </a:xfrm>
          <a:prstGeom prst="rect">
            <a:avLst/>
          </a:prstGeom>
          <a:solidFill>
            <a:srgbClr val="173B42"/>
          </a:solidFill>
          <a:ln w="19050">
            <a:solidFill>
              <a:srgbClr val="E6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Aft>
                <a:spcPts val="1000"/>
              </a:spcAft>
            </a:pPr>
            <a:r>
              <a:rPr sz="1900" b="1" i="0">
                <a:solidFill>
                  <a:srgbClr val="E6B74D"/>
                </a:solidFill>
                <a:latin typeface="Segoe UI"/>
              </a:rPr>
              <a:t>Anti-money-laundering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Banks flag ~388k accounts/year.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96% are innocent, cleared by hand.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3200400"/>
            <a:ext cx="3566160" cy="2468880"/>
          </a:xfrm>
          <a:prstGeom prst="rect">
            <a:avLst/>
          </a:prstGeom>
          <a:solidFill>
            <a:srgbClr val="173B42"/>
          </a:solidFill>
          <a:ln w="19050">
            <a:solidFill>
              <a:srgbClr val="55D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Aft>
                <a:spcPts val="1000"/>
              </a:spcAft>
            </a:pPr>
            <a:r>
              <a:rPr sz="1900" b="1" i="0">
                <a:solidFill>
                  <a:srgbClr val="55D6AA"/>
                </a:solidFill>
                <a:latin typeface="Segoe UI"/>
              </a:rPr>
              <a:t>The trust layer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Q-SIEVE auto-clears the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confidently-innocent. Never accuses.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3200400"/>
            <a:ext cx="3566160" cy="2468880"/>
          </a:xfrm>
          <a:prstGeom prst="rect">
            <a:avLst/>
          </a:prstGeom>
          <a:solidFill>
            <a:srgbClr val="173B42"/>
          </a:solidFill>
          <a:ln w="1905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Aft>
                <a:spcPts val="1000"/>
              </a:spcAft>
            </a:pPr>
            <a:r>
              <a:rPr sz="1900" b="1" i="0">
                <a:solidFill>
                  <a:srgbClr val="2EC4B6"/>
                </a:solidFill>
                <a:latin typeface="Segoe UI"/>
              </a:rPr>
              <a:t>The quantum kernel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At its core: “how similar are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two accounts?” — that's our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0" cy="635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How the kernel works — and the one knob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57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1" i="0">
                <a:solidFill>
                  <a:srgbClr val="67E1C5"/>
                </a:solidFill>
                <a:latin typeface="Segoe UI"/>
              </a:rPr>
              <a:t>THE MECHANISM</a:t>
            </a:r>
          </a:p>
        </p:txBody>
      </p:sp>
      <p:pic>
        <p:nvPicPr>
          <p:cNvPr id="6" name="Picture 5" descr="05_kernel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16" y="1371600"/>
            <a:ext cx="8290927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67E1C5"/>
                </a:solidFill>
                <a:latin typeface="Segoe UI"/>
              </a:rPr>
              <a:t>Similarity = overlap of two account-states.  “Bandwidth” = how far we rotate the data — and it decides whether the kernel can see at all.  Hold that thought.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0" cy="635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We ran a fair fight — classical won. At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57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1" i="0">
                <a:solidFill>
                  <a:srgbClr val="67E1C5"/>
                </a:solidFill>
                <a:latin typeface="Segoe UI"/>
              </a:rPr>
              <a:t>METHODOLOGY</a:t>
            </a:r>
          </a:p>
        </p:txBody>
      </p:sp>
      <p:pic>
        <p:nvPicPr>
          <p:cNvPr id="6" name="Picture 5" descr="01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95124"/>
            <a:ext cx="7315200" cy="4324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737360"/>
            <a:ext cx="347472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Tuned classical vs quantum, identical data.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ADC5C7"/>
                </a:solidFill>
                <a:latin typeface="Segoe UI"/>
              </a:rPr>
              <a:t>•  XGBoost 0.19 beat quantum 0.125.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ADC5C7"/>
                </a:solidFill>
                <a:latin typeface="Segoe UI"/>
              </a:rPr>
              <a:t>•  We could have spun it. We asked WHY —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ADC5C7"/>
                </a:solidFill>
                <a:latin typeface="Segoe UI"/>
              </a:rPr>
              <a:t>•  and tested 4 encodings, 8 scalings, training, a hybrid.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6B74D"/>
                </a:solidFill>
                <a:latin typeface="Segoe UI"/>
              </a:rPr>
              <a:t>•  All the same spot. Quantum looked stuck.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0" cy="635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The culprit: bandwidth — and we derived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57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1" i="0">
                <a:solidFill>
                  <a:srgbClr val="67E1C5"/>
                </a:solidFill>
                <a:latin typeface="Segoe UI"/>
              </a:rPr>
              <a:t>INNOVATIVENESS</a:t>
            </a:r>
          </a:p>
        </p:txBody>
      </p:sp>
      <p:pic>
        <p:nvPicPr>
          <p:cNvPr id="6" name="Picture 5" descr="02_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88343"/>
            <a:ext cx="7498079" cy="4138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737360"/>
            <a:ext cx="329184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Wrong scale → the kernel “concentrated”, lost signal.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67E1C5"/>
                </a:solidFill>
                <a:latin typeface="Segoe UI"/>
              </a:rPr>
              <a:t>•  Shrink the angles → 0.125 → 0.18.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ADC5C7"/>
                </a:solidFill>
                <a:latin typeface="Segoe UI"/>
              </a:rPr>
              <a:t>•  Level with the tuned classical tree.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ADC5C7"/>
                </a:solidFill>
                <a:latin typeface="Segoe UI"/>
              </a:rPr>
              <a:t>•  No trial-and-error — derived: c = 1/√(n·d) = 0.083,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E6B74D"/>
                </a:solidFill>
                <a:latin typeface="Segoe UI"/>
              </a:rPr>
              <a:t>•  landing exactly on the measured peak.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0" cy="635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</a:rPr>
              <a:t>On three real quantum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57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1" i="0">
                <a:solidFill>
                  <a:srgbClr val="67E1C5"/>
                </a:solidFill>
                <a:latin typeface="Segoe UI"/>
              </a:rPr>
              <a:t>METHODOLOGY · PROGRESS</a:t>
            </a:r>
          </a:p>
        </p:txBody>
      </p:sp>
      <p:pic>
        <p:nvPicPr>
          <p:cNvPr id="6" name="Picture 5" descr="06_hardware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911" y="1600200"/>
            <a:ext cx="8123136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67E1C5"/>
                </a:solidFill>
                <a:latin typeface="Segoe UI"/>
              </a:rPr>
              <a:t>Disciplined sim → noise-model → real metal. The robust config reproduces the simulator on all three vendors (near-zero drift). The tuned config runs — but its score is noise-dominated. A finding, honestly reported.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1280160" cy="635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A working trust layer —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57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1" i="0">
                <a:solidFill>
                  <a:srgbClr val="67E1C5"/>
                </a:solidFill>
                <a:latin typeface="Segoe UI"/>
              </a:rPr>
              <a:t>METHODOLOGY</a:t>
            </a:r>
          </a:p>
        </p:txBody>
      </p:sp>
      <p:pic>
        <p:nvPicPr>
          <p:cNvPr id="6" name="Picture 5" descr="qsieve_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79" y="1463040"/>
            <a:ext cx="6096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ADC5C7"/>
                </a:solidFill>
                <a:latin typeface="Segoe UI"/>
              </a:rPr>
              <a:t>Queue → auto-clear → benchmark → the 3-QPU panel → full audit trail. (Animates in slideshow.)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honesty is the achievement.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607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ADC5C7"/>
                </a:solidFill>
                <a:latin typeface="Segoe UI"/>
              </a:rPr>
              <a:t>We can't tell you quantum beats classical on money-laundering today —</a:t>
            </a:r>
          </a:p>
          <a:p>
            <a:pPr algn="l">
              <a:spcAft>
                <a:spcPts val="1400"/>
              </a:spcAft>
            </a:pPr>
            <a:r>
              <a:rPr sz="2200" b="0" i="0">
                <a:solidFill>
                  <a:srgbClr val="ADC5C7"/>
                </a:solidFill>
                <a:latin typeface="Segoe UI"/>
              </a:rPr>
              <a:t>and anyone who does is selling you something.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FFFFFF"/>
                </a:solidFill>
                <a:latin typeface="Segoe UI"/>
              </a:rPr>
              <a:t>What we can give you: the first rigorous, hardware-validated map of exactly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FFFFFF"/>
                </a:solidFill>
                <a:latin typeface="Segoe UI"/>
              </a:rPr>
              <a:t>how close it gets, why it was stuck, and how to fix it — analytically.</a:t>
            </a:r>
          </a:p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67E1C5"/>
                </a:solidFill>
                <a:latin typeface="Segoe UI"/>
              </a:rPr>
              <a:t>Diagnose.  Derive.  Validate on real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6B74D"/>
                </a:solidFill>
                <a:latin typeface="Segoe UI"/>
              </a:rPr>
              <a:t>Team Q-SIEVE —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