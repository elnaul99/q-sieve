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[0:52-1:14 MATH] 30 seconds on how it works. Each account becomes a quantum state; the kernel is how much two states overlap (identical = 1, opposite = 0). The catch, and it's our whole result: rotate too far and every account spreads to opposite corners, all look equally different - the kernel goes blind. How far you rotate is one number: the bandwidth.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How the kernel works — and the one knob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THE MECHANISM</a:t>
            </a:r>
          </a:p>
        </p:txBody>
      </p:sp>
      <p:pic>
        <p:nvPicPr>
          <p:cNvPr id="6" name="Picture 5" descr="05_kernel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16" y="1371600"/>
            <a:ext cx="829092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Similarity = overlap of two account-states.  “Bandwidth” = how far we rotate the data — and it decides whether the kernel can see at all.  Hold that thought.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Floor 0.09 = random guessing: ~1 in 10 windows is truly suspicious.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above the floor is real skill.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asked WHY, and tested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“concentrated”, lost signal.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911" y="1600200"/>
            <a:ext cx="81231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