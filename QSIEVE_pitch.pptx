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[FLOOR] Before any score, one number. Of the 388,000 flagged windows, about 1% are actually suspicious - the real queue. The table we SCORE keeps all 4,084 suspicious and caps the innocent at 40,000, so it is 9.3% suspicious. A model ranking at random scores that prevalence: 0.093. That is the floor. Every number after this starts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three-machine table. NARRATE if the auto-clear banner plays: that 27/425 at 6.3% is the demo's ILLUSTRATIVE 0.20 cutoff - the SAFE bar (&lt;=1% error) clears NOTHING. The sidebar '12-qubit' is the simulator model; hardware runs 6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Where every number starts: the 0.093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388,000 flagged windows — about 1% are truly suspicious (the real queue).</a:t>
            </a:r>
          </a:p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The table we score keeps all 4,084 suspicious + 40,000 innocent → 9.3% suspicious.</a:t>
            </a:r>
          </a:p>
          <a:p>
            <a:pPr algn="l">
              <a:spcAft>
                <a:spcPts val="8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•  A model ranking at random scores that share — PR-AUC = 0.093.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4892040"/>
            <a:ext cx="5029200" cy="1371600"/>
          </a:xfrm>
          <a:prstGeom prst="rect">
            <a:avLst/>
          </a:prstGeom>
          <a:solidFill>
            <a:srgbClr val="173B42"/>
          </a:solidFill>
          <a:ln w="2540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6B74D"/>
                </a:solidFill>
                <a:latin typeface="Segoe UI"/>
              </a:rPr>
              <a:t>0.093 = the floor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every number after this starts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 — both scored against that 0.093 floor.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both above the floor, so both are real signal.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But the tree wins. We asked WHY: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58112"/>
            <a:ext cx="7498079" cy="39989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Bandwidth = how far features rotate. At the full range every pair looks equally different — the kernel goes blind.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280" y="1600200"/>
            <a:ext cx="81603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