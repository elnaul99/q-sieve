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[0:00-0:20] Most quantum pitches won't admit this: in 2026, on real data, a quantum kernel usually can't beat a well-tuned classical model. Most teams hide it. We made it our whole project — find out exactly how close quantum gets, and prove it on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[0:20-0:45] Our testbed is anti-money-laundering. Banks flag hundreds of thousands of accounts a year, 96% innocent, cleared by hand. We built a trust layer that auto-clears the confidently-innocent — and at its core is a quantum kernel asking how similar two accounts are. That's the product. The question we chased is: can that kernel actually compete?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[0:45-1:10] A fair fight — a properly tuned classical model vs the quantum kernel, identical data. Classical won, 0.19 to 0.12. We asked why, and tested everything: four encodings, eight scalings, kernel training, even a hybrid. All the same spot — quantum tying the classical kernel but losing to the tree. It looked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[1:10-1:45] The culprit was bandwidth. We encoded at the wrong scale — features rotated so far that every pair looked equally different; the kernel concentrated. Shrink the angles to a tenth and the score jumps 0.12 to 0.18 — level with the tuned tree. And because our mentor warned quantum tuning is 'mostly trial and error', we derived the optimum: one over root n-times-d, 0.083 — exactly the measured peak.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[1:45-2:25] A simulator number is cheap. So this weekend we put the tuned kernel on three real quantum computers — IBM, IQM, and VTT's Q50 — and did it properly: simulator, then noise models, then real metal, so we never burned credits on a guess. Averaged across all three, hardware matched simulator. On the robust config, drift was near zero — identical results on three different chips.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[2:25-2:45] Show the dashboard. Ranked queue, auto-clear the confident cases, abstain on the rest, full audit log, and the live evaluation with the three-QPU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[2:45-3:00] We cannot claim quantum beats classical today, and anyone who does is selling you something. What we give you is the honest, hardware-validated map of how close it gets, why, and how to fix it — analytically, not by luck. Diagnose, derive, validate. That rigour is what we're proud of.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Banks flag ~388k accounts/year.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96% are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9184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9184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554480"/>
            <a:ext cx="6949440" cy="4108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828800"/>
            <a:ext cx="3291840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ADC5C7"/>
                </a:solidFill>
                <a:latin typeface="Segoe UI"/>
              </a:rPr>
              <a:t>•  XGBoost 0.19 beat quantum 0.125.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ADC5C7"/>
                </a:solidFill>
                <a:latin typeface="Segoe UI"/>
              </a:rPr>
              <a:t>•  We could have spun it. Instead we asked WHY —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ADC5C7"/>
                </a:solidFill>
                <a:latin typeface="Segoe UI"/>
              </a:rPr>
              <a:t>•  and tested 4 encodings, 8 scalings, kernel training, a hybrid.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E6B74D"/>
                </a:solidFill>
                <a:latin typeface="Segoe UI"/>
              </a:rPr>
              <a:t>•  Everything landed in the same spot. Quantum looked stuck.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554480"/>
            <a:ext cx="7223760" cy="39871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828800"/>
            <a:ext cx="3108960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 and lost signal.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ADC5C7"/>
                </a:solidFill>
                <a:latin typeface="Segoe UI"/>
              </a:rPr>
              <a:t>•  Level with the tuned classical tree.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ADC5C7"/>
                </a:solidFill>
                <a:latin typeface="Segoe UI"/>
              </a:rPr>
              <a:t>•  No trial-and-error: we derived it, c = 1/√(n·d) = 0.083 —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E6B74D"/>
                </a:solidFill>
                <a:latin typeface="Segoe UI"/>
              </a:rPr>
              <a:t>•  which landed exactly on the measured peak.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Then we proved it 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3_hardware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943600" cy="3029348"/>
          </a:xfrm>
          <a:prstGeom prst="rect">
            <a:avLst/>
          </a:prstGeom>
        </p:spPr>
      </p:pic>
      <p:pic>
        <p:nvPicPr>
          <p:cNvPr id="7" name="Picture 6" descr="04_hardware_rob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600200"/>
            <a:ext cx="5943600" cy="3169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Disciplined sim → noise-model → real metal. Tuned kernel held on average across IBM, IQM, VTT. Robust config: near-zero drift on all three vendors.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554480"/>
            <a:ext cx="9144000" cy="63322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and anyone who does is selling you something.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What we can give you: the first rigorous, hardware-validated map of exactly</a:t>
            </a:r>
          </a:p>
          <a:p>
            <a:pPr algn="l">
              <a:spcAft>
                <a:spcPts val="16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how close it gets, why it was stuck, and how to fix it — analytically.</a:t>
            </a:r>
          </a:p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